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57" r:id="rId5"/>
    <p:sldId id="262" r:id="rId6"/>
    <p:sldId id="258" r:id="rId7"/>
    <p:sldId id="263" r:id="rId8"/>
    <p:sldId id="264" r:id="rId9"/>
    <p:sldId id="265" r:id="rId10"/>
    <p:sldId id="266" r:id="rId11"/>
    <p:sldId id="260" r:id="rId12"/>
    <p:sldId id="261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F3D"/>
    <a:srgbClr val="3A2C4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>
      <p:cViewPr>
        <p:scale>
          <a:sx n="50" d="100"/>
          <a:sy n="50" d="100"/>
        </p:scale>
        <p:origin x="-2390" y="-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32D1A-510F-4396-BB93-90397D7836DC}" type="datetimeFigureOut">
              <a:rPr lang="pt-BR" smtClean="0"/>
              <a:pPr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B77E-433E-4BF3-915B-7534019A72B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MarcDevGuy127/cinema/wik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MarcDevGuy127/cinem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  <a:cs typeface="Arial" pitchFamily="34" charset="0"/>
              </a:rPr>
              <a:t>Site de Cinema</a:t>
            </a:r>
            <a:endParaRPr lang="pt-BR" dirty="0">
              <a:solidFill>
                <a:schemeClr val="bg1"/>
              </a:solidFill>
              <a:latin typeface="Bahnschrift Light SemiCondensed" pitchFamily="34" charset="0"/>
              <a:cs typeface="Arial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</a:rPr>
              <a:t>Thiago Galego, Marcelo Henrique, Ravel Camargo e Leonardo </a:t>
            </a:r>
            <a:r>
              <a:rPr lang="pt-BR" dirty="0" err="1" smtClean="0">
                <a:solidFill>
                  <a:schemeClr val="bg1"/>
                </a:solidFill>
                <a:latin typeface="Bahnschrift Light SemiCondensed" pitchFamily="34" charset="0"/>
              </a:rPr>
              <a:t>Sadi</a:t>
            </a:r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</a:rPr>
              <a:t>.</a:t>
            </a:r>
            <a:endParaRPr lang="pt-BR" dirty="0">
              <a:solidFill>
                <a:schemeClr val="bg1"/>
              </a:solidFill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Contexto Inicial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>
                <a:solidFill>
                  <a:schemeClr val="bg1"/>
                </a:solidFill>
              </a:rPr>
              <a:t>Criar um site de cinema, permitindo que os usuários consultem a programação de filmes, horários de sessões e disponibilidade de ingressos, além de realizar a compra online de bilhetes de forma prática e a reserva das poltronas de forma segura. Também será disponibilizado um programa de fidelidade.</a:t>
            </a:r>
          </a:p>
          <a:p>
            <a:pPr algn="just"/>
            <a:r>
              <a:rPr lang="pt-BR" dirty="0" smtClean="0">
                <a:solidFill>
                  <a:schemeClr val="bg1"/>
                </a:solidFill>
              </a:rPr>
              <a:t>Do ponto de vista administrativo, o sistema oferecerá recursos para cadastro e gerenciamento de ingressos, filmes, salas, sessões e clientes, assegurando maior controle e organização.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Dinâmica das Atividades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Aplicamos a inversão de papéis.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Integrantes de </a:t>
            </a:r>
            <a:r>
              <a:rPr lang="pt-BR" sz="2800" dirty="0" err="1" smtClean="0">
                <a:solidFill>
                  <a:schemeClr val="bg1"/>
                </a:solidFill>
              </a:rPr>
              <a:t>Back-end</a:t>
            </a:r>
            <a:r>
              <a:rPr lang="pt-BR" sz="2800" dirty="0" smtClean="0">
                <a:solidFill>
                  <a:schemeClr val="bg1"/>
                </a:solidFill>
              </a:rPr>
              <a:t> </a:t>
            </a:r>
            <a:r>
              <a:rPr lang="pt-BR" dirty="0" smtClean="0">
                <a:solidFill>
                  <a:schemeClr val="bg1"/>
                </a:solidFill>
              </a:rPr>
              <a:t>foram para o </a:t>
            </a:r>
            <a:r>
              <a:rPr lang="pt-BR" sz="2800" dirty="0" err="1" smtClean="0">
                <a:solidFill>
                  <a:schemeClr val="bg1"/>
                </a:solidFill>
              </a:rPr>
              <a:t>Front-end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E vice-versa!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050" name="Picture 2" descr="Facepalm Computer Mem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356992"/>
            <a:ext cx="5538911" cy="3217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95536" y="1844824"/>
            <a:ext cx="8424936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Banco de Dados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Marcelo Silva\AppData\Local\Temp\MicrosoftEdgeDownloads\d3872ce9-24d6-4bd5-8197-925689c9b72f\Untitled Diagram.drawio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62931"/>
            <a:ext cx="8229600" cy="400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O que utilizamos para o BD?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>
                <a:solidFill>
                  <a:schemeClr val="bg1"/>
                </a:solidFill>
              </a:rPr>
              <a:t>PostMan</a:t>
            </a:r>
            <a:r>
              <a:rPr lang="pt-BR" dirty="0" smtClean="0">
                <a:solidFill>
                  <a:schemeClr val="bg1"/>
                </a:solidFill>
              </a:rPr>
              <a:t>: tratamento e testes de requisições.</a:t>
            </a:r>
          </a:p>
          <a:p>
            <a:r>
              <a:rPr lang="pt-BR" dirty="0" err="1" smtClean="0">
                <a:solidFill>
                  <a:schemeClr val="bg1"/>
                </a:solidFill>
              </a:rPr>
              <a:t>MySQL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dirty="0" err="1" smtClean="0">
                <a:solidFill>
                  <a:schemeClr val="bg1"/>
                </a:solidFill>
              </a:rPr>
              <a:t>Workbench</a:t>
            </a:r>
            <a:r>
              <a:rPr lang="pt-BR" dirty="0" smtClean="0">
                <a:solidFill>
                  <a:schemeClr val="bg1"/>
                </a:solidFill>
              </a:rPr>
              <a:t>: SGBD.</a:t>
            </a:r>
          </a:p>
          <a:p>
            <a:r>
              <a:rPr lang="pt-BR" dirty="0" err="1" smtClean="0">
                <a:solidFill>
                  <a:schemeClr val="bg1"/>
                </a:solidFill>
              </a:rPr>
              <a:t>Draw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  <a:r>
              <a:rPr lang="pt-BR" dirty="0" err="1" smtClean="0">
                <a:solidFill>
                  <a:schemeClr val="bg1"/>
                </a:solidFill>
              </a:rPr>
              <a:t>io</a:t>
            </a:r>
            <a:r>
              <a:rPr lang="pt-BR" dirty="0" smtClean="0">
                <a:solidFill>
                  <a:schemeClr val="bg1"/>
                </a:solidFill>
              </a:rPr>
              <a:t>: Conceituação e rascunhos.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Linguagens: </a:t>
            </a:r>
            <a:r>
              <a:rPr lang="pt-BR" dirty="0" err="1" smtClean="0">
                <a:solidFill>
                  <a:schemeClr val="bg1"/>
                </a:solidFill>
              </a:rPr>
              <a:t>MySQL</a:t>
            </a:r>
            <a:r>
              <a:rPr lang="pt-BR" dirty="0" smtClean="0">
                <a:solidFill>
                  <a:schemeClr val="bg1"/>
                </a:solidFill>
              </a:rPr>
              <a:t>(BD) e PHP(integração).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>
                <a:solidFill>
                  <a:schemeClr val="bg1"/>
                </a:solidFill>
              </a:rPr>
              <a:t>Front-end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40768"/>
            <a:ext cx="9144000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O que utilizamos para o </a:t>
            </a:r>
            <a:r>
              <a:rPr lang="pt-BR" dirty="0" err="1" smtClean="0">
                <a:solidFill>
                  <a:schemeClr val="bg1"/>
                </a:solidFill>
              </a:rPr>
              <a:t>Front-end</a:t>
            </a:r>
            <a:r>
              <a:rPr lang="pt-BR" dirty="0" smtClean="0">
                <a:solidFill>
                  <a:schemeClr val="bg1"/>
                </a:solidFill>
              </a:rPr>
              <a:t>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>
                <a:solidFill>
                  <a:schemeClr val="bg1"/>
                </a:solidFill>
              </a:rPr>
              <a:t>JavaScript</a:t>
            </a:r>
            <a:r>
              <a:rPr lang="pt-BR" dirty="0" smtClean="0">
                <a:solidFill>
                  <a:schemeClr val="bg1"/>
                </a:solidFill>
              </a:rPr>
              <a:t>: animações e operações lógicas.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CSS </a:t>
            </a:r>
            <a:r>
              <a:rPr lang="pt-BR" dirty="0" err="1" smtClean="0">
                <a:solidFill>
                  <a:schemeClr val="bg1"/>
                </a:solidFill>
              </a:rPr>
              <a:t>Grid</a:t>
            </a:r>
            <a:r>
              <a:rPr lang="pt-BR" dirty="0" smtClean="0">
                <a:solidFill>
                  <a:schemeClr val="bg1"/>
                </a:solidFill>
              </a:rPr>
              <a:t>: efeitos, </a:t>
            </a:r>
            <a:r>
              <a:rPr lang="pt-BR" dirty="0" err="1" smtClean="0">
                <a:solidFill>
                  <a:schemeClr val="bg1"/>
                </a:solidFill>
              </a:rPr>
              <a:t>responsividade</a:t>
            </a:r>
            <a:r>
              <a:rPr lang="pt-BR" dirty="0" smtClean="0">
                <a:solidFill>
                  <a:schemeClr val="bg1"/>
                </a:solidFill>
              </a:rPr>
              <a:t> e contêineres.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HTML: </a:t>
            </a:r>
            <a:r>
              <a:rPr lang="pt-BR" dirty="0" err="1" smtClean="0">
                <a:solidFill>
                  <a:schemeClr val="bg1"/>
                </a:solidFill>
              </a:rPr>
              <a:t>Estuturação</a:t>
            </a:r>
            <a:r>
              <a:rPr lang="pt-BR" dirty="0" smtClean="0">
                <a:solidFill>
                  <a:schemeClr val="bg1"/>
                </a:solidFill>
              </a:rPr>
              <a:t> do site e </a:t>
            </a:r>
            <a:r>
              <a:rPr lang="pt-BR" dirty="0" err="1" smtClean="0">
                <a:solidFill>
                  <a:schemeClr val="bg1"/>
                </a:solidFill>
              </a:rPr>
              <a:t>Injection</a:t>
            </a:r>
            <a:r>
              <a:rPr lang="pt-BR" dirty="0" smtClean="0">
                <a:solidFill>
                  <a:schemeClr val="bg1"/>
                </a:solidFill>
              </a:rPr>
              <a:t> de componentes.</a:t>
            </a:r>
          </a:p>
          <a:p>
            <a:r>
              <a:rPr lang="pt-BR" dirty="0" err="1" smtClean="0">
                <a:solidFill>
                  <a:schemeClr val="bg1"/>
                </a:solidFill>
              </a:rPr>
              <a:t>Excalidraw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  <a:r>
              <a:rPr lang="pt-BR" dirty="0" err="1" smtClean="0">
                <a:solidFill>
                  <a:schemeClr val="bg1"/>
                </a:solidFill>
              </a:rPr>
              <a:t>io</a:t>
            </a:r>
            <a:r>
              <a:rPr lang="pt-BR" dirty="0" smtClean="0">
                <a:solidFill>
                  <a:schemeClr val="bg1"/>
                </a:solidFill>
              </a:rPr>
              <a:t>: Rascunho de </a:t>
            </a:r>
            <a:r>
              <a:rPr lang="pt-BR" dirty="0" err="1" smtClean="0">
                <a:solidFill>
                  <a:schemeClr val="bg1"/>
                </a:solidFill>
              </a:rPr>
              <a:t>Wireframes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r>
              <a:rPr lang="pt-BR" dirty="0" err="1" smtClean="0">
                <a:solidFill>
                  <a:schemeClr val="bg1"/>
                </a:solidFill>
              </a:rPr>
              <a:t>ChatGPT</a:t>
            </a:r>
            <a:r>
              <a:rPr lang="pt-BR" dirty="0" smtClean="0">
                <a:solidFill>
                  <a:schemeClr val="bg1"/>
                </a:solidFill>
              </a:rPr>
              <a:t>: Criação de </a:t>
            </a:r>
            <a:r>
              <a:rPr lang="pt-BR" dirty="0" smtClean="0">
                <a:solidFill>
                  <a:schemeClr val="bg1"/>
                </a:solidFill>
              </a:rPr>
              <a:t>i</a:t>
            </a:r>
            <a:r>
              <a:rPr lang="pt-BR" dirty="0" smtClean="0">
                <a:solidFill>
                  <a:schemeClr val="bg1"/>
                </a:solidFill>
              </a:rPr>
              <a:t>magens fictícias.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Desafios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Desenvolvimento do Mapa da Sessão.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Estruturação dos elementos.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Alinhamento das poltronas e eixos. 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Definição </a:t>
            </a:r>
            <a:r>
              <a:rPr lang="pt-BR" dirty="0" smtClean="0">
                <a:solidFill>
                  <a:schemeClr val="bg1"/>
                </a:solidFill>
              </a:rPr>
              <a:t>do </a:t>
            </a:r>
            <a:r>
              <a:rPr lang="pt-BR" dirty="0" smtClean="0">
                <a:solidFill>
                  <a:schemeClr val="bg1"/>
                </a:solidFill>
              </a:rPr>
              <a:t>MER.</a:t>
            </a:r>
            <a:endParaRPr lang="pt-BR" dirty="0" smtClean="0">
              <a:solidFill>
                <a:schemeClr val="bg1"/>
              </a:solidFill>
            </a:endParaRP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Cortes de acordo com complexidade e prazo.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Melhorias progressivas alinhadas às aulas.</a:t>
            </a:r>
            <a:endParaRPr lang="pt-BR" dirty="0" smtClean="0">
              <a:solidFill>
                <a:schemeClr val="bg1"/>
              </a:solidFill>
            </a:endParaRP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Contextos e reflexões diferentes.</a:t>
            </a:r>
            <a:endParaRPr lang="pt-BR" dirty="0" smtClean="0">
              <a:solidFill>
                <a:schemeClr val="bg1"/>
              </a:solidFill>
            </a:endParaRPr>
          </a:p>
          <a:p>
            <a:pPr lvl="1"/>
            <a:endParaRPr lang="pt-BR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Documentação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 lvl="1">
              <a:buNone/>
            </a:pPr>
            <a:r>
              <a:rPr lang="pt-BR" dirty="0" smtClean="0">
                <a:solidFill>
                  <a:schemeClr val="bg1"/>
                </a:solidFill>
              </a:rPr>
              <a:t>TUDO ESTÁ DOCUMENTADO NA NOSSA </a:t>
            </a:r>
            <a:r>
              <a:rPr lang="pt-BR" dirty="0" smtClean="0">
                <a:solidFill>
                  <a:schemeClr val="bg1"/>
                </a:solidFill>
                <a:hlinkClick r:id="rId2"/>
              </a:rPr>
              <a:t>WIKI</a:t>
            </a:r>
            <a:r>
              <a:rPr lang="pt-BR" dirty="0" smtClean="0">
                <a:solidFill>
                  <a:schemeClr val="bg1"/>
                </a:solidFill>
              </a:rPr>
              <a:t>!</a:t>
            </a:r>
            <a:endParaRPr lang="pt-BR" dirty="0" smtClean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106801"/>
            <a:ext cx="9143999" cy="475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Materiais Disponíveis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Relatório Técnico de Requisitos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Requisitos Funcionais.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Requisitos </a:t>
            </a:r>
            <a:r>
              <a:rPr lang="pt-BR" dirty="0" err="1" smtClean="0">
                <a:solidFill>
                  <a:schemeClr val="bg1"/>
                </a:solidFill>
              </a:rPr>
              <a:t>Não-Funcionais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pt-BR" dirty="0" smtClean="0">
                <a:solidFill>
                  <a:schemeClr val="bg1"/>
                </a:solidFill>
              </a:rPr>
              <a:t>Regras de Negócio.</a:t>
            </a:r>
            <a:endParaRPr lang="pt-BR" dirty="0" smtClean="0">
              <a:solidFill>
                <a:schemeClr val="bg1"/>
              </a:solidFill>
            </a:endParaRPr>
          </a:p>
          <a:p>
            <a:r>
              <a:rPr lang="pt-BR" dirty="0" smtClean="0">
                <a:solidFill>
                  <a:schemeClr val="bg1"/>
                </a:solidFill>
              </a:rPr>
              <a:t>Cronograma.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Linha do Tempo.</a:t>
            </a:r>
          </a:p>
          <a:p>
            <a:r>
              <a:rPr lang="pt-BR" dirty="0" err="1" smtClean="0">
                <a:solidFill>
                  <a:schemeClr val="bg1"/>
                </a:solidFill>
              </a:rPr>
              <a:t>Wireframes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  <a:endParaRPr lang="pt-BR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Identificou Melhorias?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>
                <a:solidFill>
                  <a:schemeClr val="bg1"/>
                </a:solidFill>
              </a:rPr>
              <a:t>Este projeto acadêmico é open-source.</a:t>
            </a:r>
          </a:p>
          <a:p>
            <a:pPr algn="just"/>
            <a:r>
              <a:rPr lang="pt-BR" dirty="0" smtClean="0">
                <a:solidFill>
                  <a:schemeClr val="bg1"/>
                </a:solidFill>
              </a:rPr>
              <a:t>Quer aprimorar? </a:t>
            </a:r>
          </a:p>
          <a:p>
            <a:pPr lvl="1" algn="just"/>
            <a:r>
              <a:rPr lang="pt-BR" dirty="0" smtClean="0">
                <a:solidFill>
                  <a:schemeClr val="bg1"/>
                </a:solidFill>
              </a:rPr>
              <a:t>Solicite </a:t>
            </a:r>
            <a:r>
              <a:rPr lang="pt-BR" dirty="0" err="1" smtClean="0">
                <a:solidFill>
                  <a:schemeClr val="bg1"/>
                </a:solidFill>
              </a:rPr>
              <a:t>PRs</a:t>
            </a:r>
            <a:r>
              <a:rPr lang="pt-BR" dirty="0" smtClean="0">
                <a:solidFill>
                  <a:schemeClr val="bg1"/>
                </a:solidFill>
              </a:rPr>
              <a:t> ou clone o projeto. </a:t>
            </a:r>
          </a:p>
          <a:p>
            <a:pPr algn="just"/>
            <a:r>
              <a:rPr lang="pt-BR" dirty="0" smtClean="0">
                <a:solidFill>
                  <a:schemeClr val="bg1"/>
                </a:solidFill>
              </a:rPr>
              <a:t>Quer </a:t>
            </a:r>
            <a:r>
              <a:rPr lang="pt-BR" dirty="0" smtClean="0">
                <a:solidFill>
                  <a:schemeClr val="bg1"/>
                </a:solidFill>
              </a:rPr>
              <a:t>ajuda em algum projeto/ideia? </a:t>
            </a:r>
            <a:endParaRPr lang="pt-BR" dirty="0" smtClean="0">
              <a:solidFill>
                <a:schemeClr val="bg1"/>
              </a:solidFill>
            </a:endParaRPr>
          </a:p>
          <a:p>
            <a:pPr lvl="1" algn="just"/>
            <a:r>
              <a:rPr lang="pt-BR" dirty="0" smtClean="0">
                <a:solidFill>
                  <a:schemeClr val="bg1"/>
                </a:solidFill>
              </a:rPr>
              <a:t>Contate-nos!</a:t>
            </a:r>
            <a:endParaRPr lang="pt-BR" dirty="0" smtClean="0">
              <a:solidFill>
                <a:schemeClr val="bg1"/>
              </a:solidFill>
            </a:endParaRPr>
          </a:p>
          <a:p>
            <a:pPr lvl="1" algn="just"/>
            <a:endParaRPr lang="pt-BR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470025"/>
          </a:xfrm>
        </p:spPr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OBRIGADO PELA ATENÇÃO!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31640" y="4725144"/>
            <a:ext cx="6400800" cy="1752600"/>
          </a:xfrm>
        </p:spPr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Acesse nossa </a:t>
            </a:r>
            <a:r>
              <a:rPr lang="pt-BR" dirty="0" err="1" smtClean="0">
                <a:solidFill>
                  <a:schemeClr val="bg1"/>
                </a:solidFill>
              </a:rPr>
              <a:t>Wiki</a:t>
            </a:r>
            <a:r>
              <a:rPr lang="pt-BR" dirty="0" smtClean="0">
                <a:solidFill>
                  <a:schemeClr val="bg1"/>
                </a:solidFill>
              </a:rPr>
              <a:t> e repositório:</a:t>
            </a:r>
          </a:p>
          <a:p>
            <a:r>
              <a:rPr lang="pt-BR" dirty="0" smtClean="0">
                <a:hlinkClick r:id="rId2"/>
              </a:rPr>
              <a:t>https://github.com/MarcDevGuy127/cinema</a:t>
            </a:r>
            <a:endParaRPr lang="pt-BR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1628800"/>
            <a:ext cx="2805658" cy="276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315</Words>
  <Application>Microsoft Office PowerPoint</Application>
  <PresentationFormat>Apresentação na tela (4:3)</PresentationFormat>
  <Paragraphs>49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Site de Cinema</vt:lpstr>
      <vt:lpstr>Contexto Inicial</vt:lpstr>
      <vt:lpstr>Dinâmica das Atividades</vt:lpstr>
      <vt:lpstr>Banco de Dados</vt:lpstr>
      <vt:lpstr>O que utilizamos para o BD?</vt:lpstr>
      <vt:lpstr>Front-end</vt:lpstr>
      <vt:lpstr>O que utilizamos para o Front-end?</vt:lpstr>
      <vt:lpstr>Desafios</vt:lpstr>
      <vt:lpstr>Documentação</vt:lpstr>
      <vt:lpstr>Materiais Disponíveis</vt:lpstr>
      <vt:lpstr>Identificou Melhorias?</vt:lpstr>
      <vt:lpstr>OBRIGADO PELA ATENÇÃO!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de Cinema</dc:title>
  <dc:creator>Marcelo Silva</dc:creator>
  <cp:lastModifiedBy>Marcelo Silva</cp:lastModifiedBy>
  <cp:revision>17</cp:revision>
  <dcterms:created xsi:type="dcterms:W3CDTF">2025-11-23T14:21:44Z</dcterms:created>
  <dcterms:modified xsi:type="dcterms:W3CDTF">2025-11-24T18:51:58Z</dcterms:modified>
</cp:coreProperties>
</file>