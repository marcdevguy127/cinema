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0F3D"/>
    <a:srgbClr val="3A2C4A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69" autoAdjust="0"/>
    <p:restoredTop sz="94660"/>
  </p:normalViewPr>
  <p:slideViewPr>
    <p:cSldViewPr>
      <p:cViewPr>
        <p:scale>
          <a:sx n="50" d="100"/>
          <a:sy n="50" d="100"/>
        </p:scale>
        <p:origin x="-2390" y="-79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32D1A-510F-4396-BB93-90397D7836DC}" type="datetimeFigureOut">
              <a:rPr lang="pt-BR" smtClean="0"/>
              <a:t>23/11/2025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0B77E-433E-4BF3-915B-7534019A72B2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32D1A-510F-4396-BB93-90397D7836DC}" type="datetimeFigureOut">
              <a:rPr lang="pt-BR" smtClean="0"/>
              <a:t>23/11/2025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0B77E-433E-4BF3-915B-7534019A72B2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32D1A-510F-4396-BB93-90397D7836DC}" type="datetimeFigureOut">
              <a:rPr lang="pt-BR" smtClean="0"/>
              <a:t>23/11/2025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0B77E-433E-4BF3-915B-7534019A72B2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32D1A-510F-4396-BB93-90397D7836DC}" type="datetimeFigureOut">
              <a:rPr lang="pt-BR" smtClean="0"/>
              <a:t>23/11/2025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0B77E-433E-4BF3-915B-7534019A72B2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32D1A-510F-4396-BB93-90397D7836DC}" type="datetimeFigureOut">
              <a:rPr lang="pt-BR" smtClean="0"/>
              <a:t>23/11/2025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0B77E-433E-4BF3-915B-7534019A72B2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32D1A-510F-4396-BB93-90397D7836DC}" type="datetimeFigureOut">
              <a:rPr lang="pt-BR" smtClean="0"/>
              <a:t>23/11/2025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0B77E-433E-4BF3-915B-7534019A72B2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32D1A-510F-4396-BB93-90397D7836DC}" type="datetimeFigureOut">
              <a:rPr lang="pt-BR" smtClean="0"/>
              <a:t>23/11/2025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0B77E-433E-4BF3-915B-7534019A72B2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32D1A-510F-4396-BB93-90397D7836DC}" type="datetimeFigureOut">
              <a:rPr lang="pt-BR" smtClean="0"/>
              <a:t>23/11/2025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0B77E-433E-4BF3-915B-7534019A72B2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32D1A-510F-4396-BB93-90397D7836DC}" type="datetimeFigureOut">
              <a:rPr lang="pt-BR" smtClean="0"/>
              <a:t>23/11/2025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0B77E-433E-4BF3-915B-7534019A72B2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32D1A-510F-4396-BB93-90397D7836DC}" type="datetimeFigureOut">
              <a:rPr lang="pt-BR" smtClean="0"/>
              <a:t>23/11/2025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0B77E-433E-4BF3-915B-7534019A72B2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32D1A-510F-4396-BB93-90397D7836DC}" type="datetimeFigureOut">
              <a:rPr lang="pt-BR" smtClean="0"/>
              <a:t>23/11/2025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0B77E-433E-4BF3-915B-7534019A72B2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0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232D1A-510F-4396-BB93-90397D7836DC}" type="datetimeFigureOut">
              <a:rPr lang="pt-BR" smtClean="0"/>
              <a:t>23/11/2025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30B77E-433E-4BF3-915B-7534019A72B2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arcDevGuy127/cinema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>
                <a:solidFill>
                  <a:schemeClr val="bg1"/>
                </a:solidFill>
                <a:latin typeface="Bahnschrift Light SemiCondensed" pitchFamily="34" charset="0"/>
                <a:cs typeface="Arial" pitchFamily="34" charset="0"/>
              </a:rPr>
              <a:t>Site de Cinema</a:t>
            </a:r>
            <a:endParaRPr lang="pt-BR" dirty="0">
              <a:solidFill>
                <a:schemeClr val="bg1"/>
              </a:solidFill>
              <a:latin typeface="Bahnschrift Light SemiCondensed" pitchFamily="34" charset="0"/>
              <a:cs typeface="Arial" pitchFamily="34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>
                <a:solidFill>
                  <a:schemeClr val="bg1"/>
                </a:solidFill>
                <a:latin typeface="Bahnschrift Light SemiCondensed" pitchFamily="34" charset="0"/>
              </a:rPr>
              <a:t>Thiago Galego, Marcelo Henrique, Ravel Camargo e Leonardo </a:t>
            </a:r>
            <a:r>
              <a:rPr lang="pt-BR" dirty="0" err="1" smtClean="0">
                <a:solidFill>
                  <a:schemeClr val="bg1"/>
                </a:solidFill>
                <a:latin typeface="Bahnschrift Light SemiCondensed" pitchFamily="34" charset="0"/>
              </a:rPr>
              <a:t>Sadi</a:t>
            </a:r>
            <a:r>
              <a:rPr lang="pt-BR" dirty="0" smtClean="0">
                <a:solidFill>
                  <a:schemeClr val="bg1"/>
                </a:solidFill>
                <a:latin typeface="Bahnschrift Light SemiCondensed" pitchFamily="34" charset="0"/>
              </a:rPr>
              <a:t>.</a:t>
            </a:r>
            <a:endParaRPr lang="pt-BR" dirty="0">
              <a:solidFill>
                <a:schemeClr val="bg1"/>
              </a:solidFill>
              <a:latin typeface="Bahnschrift Light SemiCondensed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>
                <a:solidFill>
                  <a:schemeClr val="bg1"/>
                </a:solidFill>
              </a:rPr>
              <a:t>Contexto Inicial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lang="pt-BR" dirty="0" smtClean="0">
                <a:solidFill>
                  <a:schemeClr val="bg1"/>
                </a:solidFill>
              </a:rPr>
              <a:t>Criar um site de cinema, permitindo que os usuários consultem a programação de filmes, horários de sessões e disponibilidade de ingressos, além de realizar a compra online de bilhetes de forma prática e a reserva das poltronas de forma segura. Também será disponibilizado um programa de fidelidade.</a:t>
            </a:r>
          </a:p>
          <a:p>
            <a:pPr algn="just"/>
            <a:r>
              <a:rPr lang="pt-BR" dirty="0" smtClean="0">
                <a:solidFill>
                  <a:schemeClr val="bg1"/>
                </a:solidFill>
              </a:rPr>
              <a:t>Do ponto de vista administrativo, o sistema oferecerá recursos para cadastro e gerenciamento de ingressos, filmes, salas, sessões e clientes, assegurando maior controle e organização.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395536" y="1844824"/>
            <a:ext cx="8424936" cy="43204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>
                <a:solidFill>
                  <a:schemeClr val="bg1"/>
                </a:solidFill>
              </a:rPr>
              <a:t>Banco de Dados</a:t>
            </a:r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1026" name="Picture 2" descr="C:\Users\Marcelo Silva\AppData\Local\Temp\MicrosoftEdgeDownloads\d3872ce9-24d6-4bd5-8197-925689c9b72f\Untitled Diagram.drawio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862931"/>
            <a:ext cx="8229600" cy="4000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>
                <a:solidFill>
                  <a:schemeClr val="bg1"/>
                </a:solidFill>
              </a:rPr>
              <a:t>Front-end</a:t>
            </a:r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340768"/>
            <a:ext cx="8435975" cy="5184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>
                <a:solidFill>
                  <a:schemeClr val="bg1"/>
                </a:solidFill>
              </a:rPr>
              <a:t>Contexto Final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pt-BR" dirty="0" smtClean="0">
                <a:solidFill>
                  <a:schemeClr val="bg1"/>
                </a:solidFill>
              </a:rPr>
              <a:t>Site de cinema, focado na experiência dos clientes e na administração do negócio. Permitindo que usuários consultem a programação de filmes e informações adicionais, além de realizar a compra de bilhetes e a reserva das poltronas de </a:t>
            </a:r>
            <a:r>
              <a:rPr lang="pt-BR" dirty="0" smtClean="0">
                <a:solidFill>
                  <a:schemeClr val="bg1"/>
                </a:solidFill>
              </a:rPr>
              <a:t>forma prática</a:t>
            </a:r>
            <a:r>
              <a:rPr lang="pt-BR" dirty="0" smtClean="0">
                <a:solidFill>
                  <a:schemeClr val="bg1"/>
                </a:solidFill>
              </a:rPr>
              <a:t>. Havendo um programa de fidelidade disponível.</a:t>
            </a:r>
          </a:p>
          <a:p>
            <a:pPr algn="just"/>
            <a:r>
              <a:rPr lang="pt-BR" dirty="0" smtClean="0">
                <a:solidFill>
                  <a:schemeClr val="bg1"/>
                </a:solidFill>
              </a:rPr>
              <a:t>Do ponto de vista administrativo, o sistema oferecerá recursos para gerenciamento de vendas.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>
                <a:solidFill>
                  <a:schemeClr val="bg1"/>
                </a:solidFill>
              </a:rPr>
              <a:t>OBRIGADO PELA ATENÇÃO!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>
                <a:solidFill>
                  <a:schemeClr val="bg1"/>
                </a:solidFill>
              </a:rPr>
              <a:t>Acesse nossa </a:t>
            </a:r>
            <a:r>
              <a:rPr lang="pt-BR" dirty="0" err="1" smtClean="0">
                <a:solidFill>
                  <a:schemeClr val="bg1"/>
                </a:solidFill>
              </a:rPr>
              <a:t>Wiki</a:t>
            </a:r>
            <a:r>
              <a:rPr lang="pt-BR" dirty="0" smtClean="0">
                <a:solidFill>
                  <a:schemeClr val="bg1"/>
                </a:solidFill>
              </a:rPr>
              <a:t> e repositório:</a:t>
            </a:r>
          </a:p>
          <a:p>
            <a:r>
              <a:rPr lang="pt-BR" dirty="0" smtClean="0">
                <a:hlinkClick r:id="rId2"/>
              </a:rPr>
              <a:t>https://github.com/MarcDevGuy127/cinema</a:t>
            </a:r>
            <a:endParaRPr lang="pt-B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</TotalTime>
  <Words>184</Words>
  <Application>Microsoft Office PowerPoint</Application>
  <PresentationFormat>Apresentação na tela (4:3)</PresentationFormat>
  <Paragraphs>13</Paragraphs>
  <Slides>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7" baseType="lpstr">
      <vt:lpstr>Tema do Office</vt:lpstr>
      <vt:lpstr>Site de Cinema</vt:lpstr>
      <vt:lpstr>Contexto Inicial</vt:lpstr>
      <vt:lpstr>Banco de Dados</vt:lpstr>
      <vt:lpstr>Front-end</vt:lpstr>
      <vt:lpstr>Contexto Final</vt:lpstr>
      <vt:lpstr>OBRIGADO PELA ATENÇÃO!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Site de Cinema</dc:title>
  <dc:creator>Marcelo Silva</dc:creator>
  <cp:lastModifiedBy>Marcelo Silva</cp:lastModifiedBy>
  <cp:revision>1</cp:revision>
  <dcterms:created xsi:type="dcterms:W3CDTF">2025-11-23T14:21:44Z</dcterms:created>
  <dcterms:modified xsi:type="dcterms:W3CDTF">2025-11-23T19:42:01Z</dcterms:modified>
</cp:coreProperties>
</file>